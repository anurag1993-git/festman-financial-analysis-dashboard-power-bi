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
  </p:notes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333" autoAdjust="0"/>
    <p:restoredTop sz="86410" autoAdjust="0"/>
  </p:normalViewPr>
  <p:slideViewPr>
    <p:cSldViewPr snapToGrid="0" snapToObjects="1">
      <p:cViewPr>
        <p:scale>
          <a:sx n="68" d="100"/>
          <a:sy n="68" d="100"/>
        </p:scale>
        <p:origin x="72" y="-1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35526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kpi</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kpi</a:t>
            </a:r>
            <a:endParaRPr dirty="0"/>
          </a:p>
          <a:p>
            <a:r>
              <a:rPr b="0" dirty="0"/>
              <a:t>No alt text provided</a:t>
            </a:r>
            <a:endParaRPr dirty="0"/>
          </a:p>
          <a:p>
            <a:endParaRPr dirty="0"/>
          </a:p>
          <a:p>
            <a:r>
              <a:rPr b="1" dirty="0"/>
              <a:t>kpi</a:t>
            </a:r>
            <a:endParaRPr dirty="0"/>
          </a:p>
          <a:p>
            <a:r>
              <a:rPr b="0" dirty="0"/>
              <a:t>No alt text provided</a:t>
            </a:r>
            <a:endParaRPr dirty="0"/>
          </a:p>
          <a:p>
            <a:endParaRPr dirty="0"/>
          </a:p>
          <a:p>
            <a:r>
              <a:rPr b="1" dirty="0"/>
              <a:t>kpi</a:t>
            </a:r>
            <a:endParaRPr dirty="0"/>
          </a:p>
          <a:p>
            <a:r>
              <a:rPr b="0" dirty="0"/>
              <a:t>No alt text provided</a:t>
            </a:r>
            <a:endParaRPr dirty="0"/>
          </a:p>
          <a:p>
            <a:endParaRPr dirty="0"/>
          </a:p>
          <a:p>
            <a:r>
              <a:rPr b="1" dirty="0"/>
              <a:t>kpi</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barChart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barChart</a:t>
            </a:r>
            <a:endParaRPr dirty="0"/>
          </a:p>
          <a:p>
            <a:r>
              <a:rPr b="0" dirty="0"/>
              <a:t>No alt text provided</a:t>
            </a:r>
            <a:endParaRPr dirty="0"/>
          </a:p>
          <a:p>
            <a:endParaRPr dirty="0"/>
          </a:p>
          <a:p>
            <a:r>
              <a:rPr b="1" dirty="0"/>
              <a:t>lineChart</a:t>
            </a:r>
            <a:endParaRPr dirty="0"/>
          </a:p>
          <a:p>
            <a:r>
              <a:rPr b="0" dirty="0"/>
              <a:t>No alt text provided</a:t>
            </a:r>
            <a:endParaRPr dirty="0"/>
          </a:p>
          <a:p>
            <a:endParaRPr dirty="0"/>
          </a:p>
          <a:p>
            <a:r>
              <a:rPr b="1" dirty="0"/>
              <a:t>barChart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barChart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extLst>
      <p:ext uri="{BB962C8B-B14F-4D97-AF65-F5344CB8AC3E}">
        <p14:creationId xmlns:p14="http://schemas.microsoft.com/office/powerpoint/2010/main" val="4181866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12/24/2025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12/24/2025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12/24/2025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12/24/2025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a96e34f2-1c1a-4745-8f0a-03eb4645f91f?pbi_source=PowerPoint" TargetMode="External"/><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a96e34f2-1c1a-4745-8f0a-03eb4645f91f/?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xmlns:p14="http://schemas.microsoft.com/office/powerpoint/2010/main" xmlns:a14="http://schemas.microsoft.com/office/drawing/2010/main" xmlns=""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Financial Analysis Dashboard</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rId3"/>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24/12/2025 16:12:44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24/12/2025 16:07:03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xmlns:p14="http://schemas.microsoft.com/office/powerpoint/2010/main" xmlns:a14="http://schemas.microsoft.com/office/drawing/2010/main" xmlns=""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shape ,shape ,shape ,shape ,shape ,shape ,shape ,shape ,shape ,shape ,shape ,shape ,shape ,shape ,shape ,textbox ,textbox ,textbox ,textbox ,kpi ,textbox ,shape ,kpi ,kpi ,kpi ,kpi ,textbox ,shape ,shape ,shape ,textbox ,textbox ,textbox ,textbox ,barChart ,textbox ,columnChart ,textbox ,donutChart ,donutChart ,barChart ,lineChart ,barChart ,textbox ,textbox ,textbox ,pivotTable ,barChart ,textbox ,textbox. Please refer to the notes on this slide for details">
            <a:hlinkClick r:id="rId3"/>
          </p:cNvPr>
          <p:cNvPicPr>
            <a:picLocks noChangeAspect="1"/>
          </p:cNvPicPr>
          <p:nvPr/>
        </p:nvPicPr>
        <p:blipFill>
          <a:blip r:embed="rId4"/>
          <a:stretch>
            <a:fillRect/>
          </a:stretch>
        </p:blipFill>
        <p:spPr>
          <a:xfrm>
            <a:off x="171450" y="0"/>
            <a:ext cx="12020550" cy="6858000"/>
          </a:xfrm>
          <a:prstGeom prst="rect">
            <a:avLst/>
          </a:prstGeom>
          <a:noFill/>
        </p:spPr>
      </p:pic>
      <p:sp>
        <p:nvSpPr>
          <p:cNvPr id="4" name="Title" hidden="1"/>
          <p:cNvSpPr>
            <a:spLocks noGrp="1"/>
          </p:cNvSpPr>
          <p:nvPr>
            <p:ph type="title"/>
          </p:nvPr>
        </p:nvSpPr>
        <p:spPr/>
        <p:txBody>
          <a:bodyPr/>
          <a:lstStyle/>
          <a:p>
            <a:r>
              <a:t>Financial Dashboard</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TotalTime>
  <Words>277</Words>
  <Application>Microsoft Office PowerPoint</Application>
  <PresentationFormat>Widescreen</PresentationFormat>
  <Paragraphs>159</Paragraphs>
  <Slides>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Arial</vt:lpstr>
      <vt:lpstr>Calibri</vt:lpstr>
      <vt:lpstr>Calibri Light</vt:lpstr>
      <vt:lpstr>Segoe UI</vt:lpstr>
      <vt:lpstr>Segoe UI Light</vt:lpstr>
      <vt:lpstr>Segoe UI Semibold</vt:lpstr>
      <vt:lpstr>Custom Design</vt:lpstr>
      <vt:lpstr>Financial Analysis Dashboard</vt:lpstr>
      <vt:lpstr>Financial Dashboard</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Microsoft account</cp:lastModifiedBy>
  <cp:revision>6</cp:revision>
  <dcterms:created xsi:type="dcterms:W3CDTF">2016-09-04T11:54:55Z</dcterms:created>
  <dcterms:modified xsi:type="dcterms:W3CDTF">2025-12-24T16:31:42Z</dcterms:modified>
</cp:coreProperties>
</file>